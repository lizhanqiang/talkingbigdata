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4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流程图: 磁盘 3"/>
          <p:cNvSpPr/>
          <p:nvPr/>
        </p:nvSpPr>
        <p:spPr>
          <a:xfrm>
            <a:off x="8716010" y="833755"/>
            <a:ext cx="1152000" cy="1008000"/>
          </a:xfrm>
          <a:prstGeom prst="flowChartMagneticDisk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keystore</a:t>
            </a:r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259830" y="833755"/>
            <a:ext cx="1516380" cy="1008000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KMS</a:t>
            </a:r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3348355" y="2908300"/>
            <a:ext cx="1516380" cy="100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 cmpd="sng">
            <a:noFill/>
            <a:prstDash val="dash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NameNode</a:t>
            </a:r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3348355" y="833755"/>
            <a:ext cx="1516380" cy="1008000"/>
          </a:xfrm>
          <a:prstGeom prst="rect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Client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6259830" y="2908300"/>
            <a:ext cx="1516380" cy="100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 cmpd="sng">
            <a:noFill/>
            <a:prstDash val="dash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Data</a:t>
            </a:r>
            <a:r>
              <a:rPr lang="en-US" altLang="zh-CN"/>
              <a:t>Node</a:t>
            </a:r>
            <a:endParaRPr lang="en-US" altLang="zh-CN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3642995" y="1859915"/>
            <a:ext cx="0" cy="1059815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 flipV="1">
            <a:off x="4541520" y="1859915"/>
            <a:ext cx="0" cy="1045845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5" idx="3"/>
            <a:endCxn id="4" idx="2"/>
          </p:cNvCxnSpPr>
          <p:nvPr/>
        </p:nvCxnSpPr>
        <p:spPr>
          <a:xfrm>
            <a:off x="7776210" y="1337945"/>
            <a:ext cx="939800" cy="0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/>
          <p:nvPr/>
        </p:nvCxnSpPr>
        <p:spPr>
          <a:xfrm flipV="1">
            <a:off x="4849495" y="1045210"/>
            <a:ext cx="1431925" cy="13970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 flipH="1">
            <a:off x="4877435" y="1529715"/>
            <a:ext cx="1361440" cy="6985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endCxn id="12" idx="0"/>
          </p:cNvCxnSpPr>
          <p:nvPr/>
        </p:nvCxnSpPr>
        <p:spPr>
          <a:xfrm>
            <a:off x="4842510" y="1725930"/>
            <a:ext cx="2175510" cy="1182370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3218180" y="2228850"/>
            <a:ext cx="807085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1.READ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137660" y="2228850"/>
            <a:ext cx="807085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2.EDEK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5274310" y="946785"/>
            <a:ext cx="582930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3.EDEK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274310" y="1427480"/>
            <a:ext cx="584200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4.DEK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5" name="矩形 24"/>
          <p:cNvSpPr/>
          <p:nvPr/>
        </p:nvSpPr>
        <p:spPr>
          <a:xfrm rot="1740000">
            <a:off x="5483860" y="2182495"/>
            <a:ext cx="772795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rgbClr val="FF0000"/>
                </a:solidFill>
                <a:latin typeface="+mj-ea"/>
                <a:ea typeface="+mj-ea"/>
              </a:rPr>
              <a:t>5.decrypt</a:t>
            </a:r>
            <a:endParaRPr lang="en-US" altLang="zh-CN" sz="100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箭头连接符 18"/>
          <p:cNvCxnSpPr/>
          <p:nvPr/>
        </p:nvCxnSpPr>
        <p:spPr>
          <a:xfrm>
            <a:off x="1762125" y="2926715"/>
            <a:ext cx="2769235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流程图: 磁盘 1"/>
          <p:cNvSpPr/>
          <p:nvPr/>
        </p:nvSpPr>
        <p:spPr>
          <a:xfrm>
            <a:off x="9460865" y="2505710"/>
            <a:ext cx="1221740" cy="1512000"/>
          </a:xfrm>
          <a:prstGeom prst="flowChartMagneticDisk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数据库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4531360" y="2505710"/>
            <a:ext cx="864000" cy="15119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600">
                <a:solidFill>
                  <a:schemeClr val="tx1"/>
                </a:solidFill>
                <a:sym typeface="+mn-ea"/>
              </a:rPr>
              <a:t>动态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脱敏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97890" y="2505710"/>
            <a:ext cx="864000" cy="15119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600">
                <a:solidFill>
                  <a:schemeClr val="tx1"/>
                </a:solidFill>
                <a:sym typeface="+mn-ea"/>
              </a:rPr>
              <a:t>客户端</a:t>
            </a:r>
            <a:endParaRPr lang="zh-CN" altLang="en-US" sz="16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145" y="717550"/>
            <a:ext cx="3312795" cy="20193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225" y="2396490"/>
            <a:ext cx="2438400" cy="259080"/>
          </a:xfrm>
          <a:prstGeom prst="rect">
            <a:avLst/>
          </a:prstGeom>
        </p:spPr>
      </p:pic>
      <p:sp>
        <p:nvSpPr>
          <p:cNvPr id="17" name="流程图: 磁盘 16"/>
          <p:cNvSpPr/>
          <p:nvPr/>
        </p:nvSpPr>
        <p:spPr>
          <a:xfrm>
            <a:off x="4462780" y="4730750"/>
            <a:ext cx="1009650" cy="999490"/>
          </a:xfrm>
          <a:prstGeom prst="flowChartMagneticDisk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脱敏规则</a:t>
            </a:r>
            <a:endParaRPr lang="zh-CN" altLang="en-US" sz="1600">
              <a:solidFill>
                <a:schemeClr val="tx1"/>
              </a:solidFill>
            </a:endParaRPr>
          </a:p>
        </p:txBody>
      </p:sp>
      <p:graphicFrame>
        <p:nvGraphicFramePr>
          <p:cNvPr id="18" name="表格 17"/>
          <p:cNvGraphicFramePr/>
          <p:nvPr>
            <p:custDataLst>
              <p:tags r:id="rId3"/>
            </p:custDataLst>
          </p:nvPr>
        </p:nvGraphicFramePr>
        <p:xfrm>
          <a:off x="2095500" y="3704145"/>
          <a:ext cx="217614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36334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name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phone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邓</a:t>
                      </a: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**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  <a:cs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131*****268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孙</a:t>
                      </a: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**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  <a:cs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155*****326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0" name="直接箭头连接符 19"/>
          <p:cNvCxnSpPr>
            <a:stCxn id="4" idx="2"/>
            <a:endCxn id="17" idx="1"/>
          </p:cNvCxnSpPr>
          <p:nvPr/>
        </p:nvCxnSpPr>
        <p:spPr>
          <a:xfrm>
            <a:off x="4963795" y="4017645"/>
            <a:ext cx="3810" cy="713105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5395595" y="2926715"/>
            <a:ext cx="406527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/>
          <p:cNvSpPr/>
          <p:nvPr/>
        </p:nvSpPr>
        <p:spPr>
          <a:xfrm>
            <a:off x="2729865" y="265303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1</a:t>
            </a:r>
            <a:endParaRPr lang="en-US" altLang="zh-CN" sz="1400">
              <a:solidFill>
                <a:schemeClr val="tx1"/>
              </a:solidFill>
            </a:endParaRPr>
          </a:p>
        </p:txBody>
      </p:sp>
      <p:sp>
        <p:nvSpPr>
          <p:cNvPr id="23" name="椭圆 22"/>
          <p:cNvSpPr/>
          <p:nvPr/>
        </p:nvSpPr>
        <p:spPr>
          <a:xfrm>
            <a:off x="4709795" y="421005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2</a:t>
            </a:r>
            <a:endParaRPr lang="en-US" altLang="zh-CN" sz="1400">
              <a:solidFill>
                <a:schemeClr val="tx1"/>
              </a:solidFill>
            </a:endParaRPr>
          </a:p>
        </p:txBody>
      </p:sp>
      <p:sp>
        <p:nvSpPr>
          <p:cNvPr id="24" name="椭圆 23"/>
          <p:cNvSpPr/>
          <p:nvPr/>
        </p:nvSpPr>
        <p:spPr>
          <a:xfrm>
            <a:off x="7103745" y="265303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3</a:t>
            </a:r>
            <a:endParaRPr lang="en-US" altLang="zh-CN" sz="1400">
              <a:solidFill>
                <a:schemeClr val="tx1"/>
              </a:solidFill>
            </a:endParaRPr>
          </a:p>
        </p:txBody>
      </p:sp>
      <p:graphicFrame>
        <p:nvGraphicFramePr>
          <p:cNvPr id="27" name="表格 26"/>
          <p:cNvGraphicFramePr/>
          <p:nvPr>
            <p:custDataLst>
              <p:tags r:id="rId4"/>
            </p:custDataLst>
          </p:nvPr>
        </p:nvGraphicFramePr>
        <p:xfrm>
          <a:off x="9129034" y="4236181"/>
          <a:ext cx="299402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8015"/>
                <a:gridCol w="883285"/>
                <a:gridCol w="148272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id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name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phone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101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邓紫棋</a:t>
                      </a:r>
                      <a:endParaRPr lang="zh-CN" altLang="en-US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13191285268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102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孙燕姿</a:t>
                      </a:r>
                      <a:endParaRPr lang="zh-CN" altLang="en-US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15519825326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0" name="表格 29"/>
          <p:cNvGraphicFramePr/>
          <p:nvPr>
            <p:custDataLst>
              <p:tags r:id="rId5"/>
            </p:custDataLst>
          </p:nvPr>
        </p:nvGraphicFramePr>
        <p:xfrm>
          <a:off x="6300470" y="3733355"/>
          <a:ext cx="217614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36334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name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phone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邓</a:t>
                      </a: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**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  <a:cs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131*****268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孙</a:t>
                      </a: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**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  <a:cs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155*****326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1" name="直接箭头连接符 30"/>
          <p:cNvCxnSpPr/>
          <p:nvPr/>
        </p:nvCxnSpPr>
        <p:spPr>
          <a:xfrm flipH="1">
            <a:off x="5417820" y="3526790"/>
            <a:ext cx="402209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 flipH="1">
            <a:off x="1767840" y="3528000"/>
            <a:ext cx="2751455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7103745" y="3217545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4</a:t>
            </a:r>
            <a:endParaRPr lang="en-US" altLang="zh-CN" sz="1400">
              <a:solidFill>
                <a:schemeClr val="tx1"/>
              </a:solidFill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728800" y="321840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5</a:t>
            </a:r>
            <a:endParaRPr lang="en-US" altLang="zh-CN" sz="1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箭头连接符 18"/>
          <p:cNvCxnSpPr/>
          <p:nvPr/>
        </p:nvCxnSpPr>
        <p:spPr>
          <a:xfrm>
            <a:off x="1762125" y="2926715"/>
            <a:ext cx="2769235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流程图: 磁盘 1"/>
          <p:cNvSpPr/>
          <p:nvPr/>
        </p:nvSpPr>
        <p:spPr>
          <a:xfrm>
            <a:off x="9460865" y="2505710"/>
            <a:ext cx="1221740" cy="1512000"/>
          </a:xfrm>
          <a:prstGeom prst="flowChartMagneticDisk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数据库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4531360" y="2505710"/>
            <a:ext cx="864000" cy="15119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600">
                <a:solidFill>
                  <a:schemeClr val="tx1"/>
                </a:solidFill>
                <a:sym typeface="+mn-ea"/>
              </a:rPr>
              <a:t>动态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脱敏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97890" y="2505710"/>
            <a:ext cx="864000" cy="15119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600">
                <a:solidFill>
                  <a:schemeClr val="tx1"/>
                </a:solidFill>
                <a:sym typeface="+mn-ea"/>
              </a:rPr>
              <a:t>客户端</a:t>
            </a:r>
            <a:endParaRPr lang="zh-CN" altLang="en-US" sz="16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7225" y="2319655"/>
            <a:ext cx="2438400" cy="259080"/>
          </a:xfrm>
          <a:prstGeom prst="rect">
            <a:avLst/>
          </a:prstGeom>
        </p:spPr>
      </p:pic>
      <p:sp>
        <p:nvSpPr>
          <p:cNvPr id="17" name="流程图: 磁盘 16"/>
          <p:cNvSpPr/>
          <p:nvPr/>
        </p:nvSpPr>
        <p:spPr>
          <a:xfrm>
            <a:off x="4462780" y="4730750"/>
            <a:ext cx="1009650" cy="999490"/>
          </a:xfrm>
          <a:prstGeom prst="flowChartMagneticDisk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脱敏规则</a:t>
            </a:r>
            <a:endParaRPr lang="zh-CN" altLang="en-US" sz="1600">
              <a:solidFill>
                <a:schemeClr val="tx1"/>
              </a:solidFill>
            </a:endParaRPr>
          </a:p>
        </p:txBody>
      </p:sp>
      <p:graphicFrame>
        <p:nvGraphicFramePr>
          <p:cNvPr id="18" name="表格 17"/>
          <p:cNvGraphicFramePr/>
          <p:nvPr>
            <p:custDataLst>
              <p:tags r:id="rId2"/>
            </p:custDataLst>
          </p:nvPr>
        </p:nvGraphicFramePr>
        <p:xfrm>
          <a:off x="2095500" y="3704145"/>
          <a:ext cx="217614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36334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name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phone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邓</a:t>
                      </a: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**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  <a:cs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131*****268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孙</a:t>
                      </a: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  <a:cs typeface="方正舒体" panose="02010601030101010101" charset="-122"/>
                        </a:rPr>
                        <a:t>**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  <a:cs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155*****326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0" name="直接箭头连接符 19"/>
          <p:cNvCxnSpPr>
            <a:stCxn id="4" idx="2"/>
            <a:endCxn id="17" idx="1"/>
          </p:cNvCxnSpPr>
          <p:nvPr/>
        </p:nvCxnSpPr>
        <p:spPr>
          <a:xfrm>
            <a:off x="4963795" y="4017645"/>
            <a:ext cx="3810" cy="713105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5395595" y="2926715"/>
            <a:ext cx="406527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/>
          <p:cNvSpPr/>
          <p:nvPr/>
        </p:nvSpPr>
        <p:spPr>
          <a:xfrm>
            <a:off x="2729865" y="265303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1</a:t>
            </a:r>
            <a:endParaRPr lang="en-US" altLang="zh-CN" sz="1400">
              <a:solidFill>
                <a:schemeClr val="tx1"/>
              </a:solidFill>
            </a:endParaRPr>
          </a:p>
        </p:txBody>
      </p:sp>
      <p:sp>
        <p:nvSpPr>
          <p:cNvPr id="23" name="椭圆 22"/>
          <p:cNvSpPr/>
          <p:nvPr/>
        </p:nvSpPr>
        <p:spPr>
          <a:xfrm>
            <a:off x="4709795" y="421005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4</a:t>
            </a:r>
            <a:endParaRPr lang="en-US" altLang="zh-CN" sz="1400">
              <a:solidFill>
                <a:schemeClr val="tx1"/>
              </a:solidFill>
            </a:endParaRPr>
          </a:p>
        </p:txBody>
      </p:sp>
      <p:sp>
        <p:nvSpPr>
          <p:cNvPr id="24" name="椭圆 23"/>
          <p:cNvSpPr/>
          <p:nvPr/>
        </p:nvSpPr>
        <p:spPr>
          <a:xfrm>
            <a:off x="7103745" y="265303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2</a:t>
            </a:r>
            <a:endParaRPr lang="en-US" altLang="zh-CN" sz="1400">
              <a:solidFill>
                <a:schemeClr val="tx1"/>
              </a:solidFill>
            </a:endParaRPr>
          </a:p>
        </p:txBody>
      </p:sp>
      <p:graphicFrame>
        <p:nvGraphicFramePr>
          <p:cNvPr id="27" name="表格 26"/>
          <p:cNvGraphicFramePr/>
          <p:nvPr>
            <p:custDataLst>
              <p:tags r:id="rId3"/>
            </p:custDataLst>
          </p:nvPr>
        </p:nvGraphicFramePr>
        <p:xfrm>
          <a:off x="9129034" y="4236181"/>
          <a:ext cx="299402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8015"/>
                <a:gridCol w="883285"/>
                <a:gridCol w="148272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id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name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phone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101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邓紫棋</a:t>
                      </a:r>
                      <a:endParaRPr lang="zh-CN" altLang="en-US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13191285268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102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孙燕姿</a:t>
                      </a:r>
                      <a:endParaRPr lang="zh-CN" altLang="en-US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gradFill>
                            <a:gsLst>
                              <a:gs pos="0">
                                <a:srgbClr val="14CD68"/>
                              </a:gs>
                              <a:gs pos="100000">
                                <a:srgbClr val="0B6E38"/>
                              </a:gs>
                            </a:gsLst>
                            <a:lin scaled="0"/>
                          </a:gradFill>
                          <a:latin typeface="方正舒体" panose="02010601030101010101" charset="-122"/>
                          <a:ea typeface="方正舒体" panose="02010601030101010101" charset="-122"/>
                        </a:rPr>
                        <a:t>15519825326</a:t>
                      </a:r>
                      <a:endParaRPr lang="en-US" altLang="zh-CN">
                        <a:gradFill>
                          <a:gsLst>
                            <a:gs pos="0">
                              <a:srgbClr val="14CD68"/>
                            </a:gs>
                            <a:gs pos="100000">
                              <a:srgbClr val="0B6E38"/>
                            </a:gs>
                          </a:gsLst>
                          <a:lin scaled="0"/>
                        </a:gra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1" name="直接箭头连接符 30"/>
          <p:cNvCxnSpPr/>
          <p:nvPr/>
        </p:nvCxnSpPr>
        <p:spPr>
          <a:xfrm flipH="1">
            <a:off x="5417820" y="3526790"/>
            <a:ext cx="402209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 flipH="1">
            <a:off x="1767840" y="3528000"/>
            <a:ext cx="2751455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7103745" y="3217545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3</a:t>
            </a:r>
            <a:endParaRPr lang="en-US" altLang="zh-CN" sz="1400">
              <a:solidFill>
                <a:schemeClr val="tx1"/>
              </a:solidFill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728800" y="3218400"/>
            <a:ext cx="210820" cy="2247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</a:rPr>
              <a:t>5</a:t>
            </a:r>
            <a:endParaRPr lang="en-US" altLang="zh-CN" sz="1400">
              <a:solidFill>
                <a:schemeClr val="tx1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9025" y="2319655"/>
            <a:ext cx="2438400" cy="259080"/>
          </a:xfrm>
          <a:prstGeom prst="rect">
            <a:avLst/>
          </a:prstGeom>
        </p:spPr>
      </p:pic>
      <p:graphicFrame>
        <p:nvGraphicFramePr>
          <p:cNvPr id="8" name="表格 7"/>
          <p:cNvGraphicFramePr/>
          <p:nvPr>
            <p:custDataLst>
              <p:tags r:id="rId4"/>
            </p:custDataLst>
          </p:nvPr>
        </p:nvGraphicFramePr>
        <p:xfrm>
          <a:off x="5964194" y="3647536"/>
          <a:ext cx="299402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8015"/>
                <a:gridCol w="883285"/>
                <a:gridCol w="1482725"/>
              </a:tblGrid>
              <a:tr h="365760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id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name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latin typeface="方正舒体" panose="02010601030101010101" charset="-122"/>
                          <a:ea typeface="方正舒体" panose="02010601030101010101" charset="-122"/>
                        </a:rPr>
                        <a:t>phone</a:t>
                      </a:r>
                      <a:endParaRPr lang="en-US" altLang="zh-CN"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>
                    <a:solidFill>
                      <a:srgbClr val="5B9BD5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101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邓紫棋</a:t>
                      </a:r>
                      <a:endParaRPr lang="zh-CN" altLang="en-US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13191285268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102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孙燕姿</a:t>
                      </a:r>
                      <a:endParaRPr lang="zh-CN" altLang="en-US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方正舒体" panose="02010601030101010101" charset="-122"/>
                          <a:ea typeface="方正舒体" panose="02010601030101010101" charset="-122"/>
                        </a:rPr>
                        <a:t>15519825326</a:t>
                      </a:r>
                      <a:endParaRPr lang="en-US" altLang="zh-CN">
                        <a:solidFill>
                          <a:schemeClr val="tx1"/>
                        </a:solidFill>
                        <a:latin typeface="方正舒体" panose="02010601030101010101" charset="-122"/>
                        <a:ea typeface="方正舒体" panose="0201060103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流程图: 磁盘 1"/>
          <p:cNvSpPr/>
          <p:nvPr/>
        </p:nvSpPr>
        <p:spPr>
          <a:xfrm>
            <a:off x="2315845" y="2232025"/>
            <a:ext cx="1004570" cy="1301115"/>
          </a:xfrm>
          <a:prstGeom prst="flowChartMagneticDisk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数据库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流程图: 磁盘 2"/>
          <p:cNvSpPr/>
          <p:nvPr/>
        </p:nvSpPr>
        <p:spPr>
          <a:xfrm>
            <a:off x="6941185" y="2232025"/>
            <a:ext cx="1066800" cy="1301115"/>
          </a:xfrm>
          <a:prstGeom prst="flowChartMagneticDisk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数据库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剪去单角的矩形 4"/>
          <p:cNvSpPr/>
          <p:nvPr/>
        </p:nvSpPr>
        <p:spPr>
          <a:xfrm flipH="1">
            <a:off x="2315845" y="3994150"/>
            <a:ext cx="1004570" cy="1038860"/>
          </a:xfrm>
          <a:prstGeom prst="snip1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600">
                <a:solidFill>
                  <a:schemeClr val="tx1"/>
                </a:solidFill>
                <a:sym typeface="+mn-ea"/>
              </a:rPr>
              <a:t>文件</a:t>
            </a:r>
            <a:endParaRPr lang="zh-CN" altLang="en-US" sz="1600">
              <a:solidFill>
                <a:schemeClr val="tx1"/>
              </a:solidFill>
              <a:sym typeface="+mn-ea"/>
            </a:endParaRPr>
          </a:p>
        </p:txBody>
      </p:sp>
      <p:sp>
        <p:nvSpPr>
          <p:cNvPr id="6" name="剪去单角的矩形 5"/>
          <p:cNvSpPr/>
          <p:nvPr/>
        </p:nvSpPr>
        <p:spPr>
          <a:xfrm flipH="1">
            <a:off x="6941185" y="3994150"/>
            <a:ext cx="1066800" cy="1038860"/>
          </a:xfrm>
          <a:prstGeom prst="snip1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600">
                <a:solidFill>
                  <a:schemeClr val="tx1"/>
                </a:solidFill>
                <a:sym typeface="+mn-ea"/>
              </a:rPr>
              <a:t>文件</a:t>
            </a:r>
            <a:endParaRPr lang="zh-CN" altLang="en-US" sz="1600">
              <a:solidFill>
                <a:schemeClr val="tx1"/>
              </a:solidFill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4702810" y="2982595"/>
            <a:ext cx="1123315" cy="13341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静态脱敏</a:t>
            </a:r>
            <a:endParaRPr lang="zh-CN" altLang="en-US"/>
          </a:p>
        </p:txBody>
      </p:sp>
      <p:cxnSp>
        <p:nvCxnSpPr>
          <p:cNvPr id="8" name="曲线连接符 7"/>
          <p:cNvCxnSpPr>
            <a:stCxn id="2" idx="4"/>
            <a:endCxn id="7" idx="1"/>
          </p:cNvCxnSpPr>
          <p:nvPr/>
        </p:nvCxnSpPr>
        <p:spPr>
          <a:xfrm>
            <a:off x="3320415" y="2882900"/>
            <a:ext cx="1382395" cy="767080"/>
          </a:xfrm>
          <a:prstGeom prst="curvedConnector3">
            <a:avLst>
              <a:gd name="adj1" fmla="val 50023"/>
            </a:avLst>
          </a:prstGeom>
          <a:ln w="19050">
            <a:solidFill>
              <a:schemeClr val="accent2">
                <a:lumMod val="60000"/>
                <a:lumOff val="4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曲线连接符 8"/>
          <p:cNvCxnSpPr>
            <a:stCxn id="5" idx="2"/>
            <a:endCxn id="7" idx="1"/>
          </p:cNvCxnSpPr>
          <p:nvPr/>
        </p:nvCxnSpPr>
        <p:spPr>
          <a:xfrm flipV="1">
            <a:off x="3320415" y="3649980"/>
            <a:ext cx="1382395" cy="863600"/>
          </a:xfrm>
          <a:prstGeom prst="curvedConnector3">
            <a:avLst>
              <a:gd name="adj1" fmla="val 50023"/>
            </a:avLst>
          </a:prstGeom>
          <a:ln w="19050">
            <a:solidFill>
              <a:schemeClr val="accent2">
                <a:lumMod val="60000"/>
                <a:lumOff val="4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曲线连接符 9"/>
          <p:cNvCxnSpPr>
            <a:stCxn id="7" idx="3"/>
            <a:endCxn id="3" idx="2"/>
          </p:cNvCxnSpPr>
          <p:nvPr/>
        </p:nvCxnSpPr>
        <p:spPr>
          <a:xfrm flipV="1">
            <a:off x="5826125" y="2882900"/>
            <a:ext cx="1115060" cy="767080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2">
                <a:lumMod val="60000"/>
                <a:lumOff val="4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曲线连接符 10"/>
          <p:cNvCxnSpPr>
            <a:endCxn id="6" idx="0"/>
          </p:cNvCxnSpPr>
          <p:nvPr/>
        </p:nvCxnSpPr>
        <p:spPr>
          <a:xfrm>
            <a:off x="5831840" y="3635375"/>
            <a:ext cx="1109345" cy="878205"/>
          </a:xfrm>
          <a:prstGeom prst="curvedConnector3">
            <a:avLst>
              <a:gd name="adj1" fmla="val 50029"/>
            </a:avLst>
          </a:prstGeom>
          <a:ln w="19050">
            <a:solidFill>
              <a:schemeClr val="accent2">
                <a:lumMod val="60000"/>
                <a:lumOff val="4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0cf211ae-908d-4c3a-9d32-a88b2d61a9e5}"/>
  <p:tag name="TABLE_ENDDRAG_ORIGIN_RECT" val="171*84"/>
  <p:tag name="TABLE_ENDDRAG_RECT" val="142*295*171*84"/>
</p:tagLst>
</file>

<file path=ppt/tags/tag2.xml><?xml version="1.0" encoding="utf-8"?>
<p:tagLst xmlns:p="http://schemas.openxmlformats.org/presentationml/2006/main">
  <p:tag name="KSO_WM_UNIT_TABLE_BEAUTIFY" val="smartTable{fe1271cf-e481-4337-b4ee-2ed1815dbb9c}"/>
  <p:tag name="TABLE_ENDDRAG_ORIGIN_RECT" val="235*86"/>
  <p:tag name="TABLE_ENDDRAG_RECT" val="666*399*235*86"/>
</p:tagLst>
</file>

<file path=ppt/tags/tag3.xml><?xml version="1.0" encoding="utf-8"?>
<p:tagLst xmlns:p="http://schemas.openxmlformats.org/presentationml/2006/main">
  <p:tag name="KSO_WM_UNIT_TABLE_BEAUTIFY" val="smartTable{f8a86f20-33c5-47dd-b34e-ef7bf08f949b}"/>
  <p:tag name="TABLE_ENDDRAG_ORIGIN_RECT" val="171*84"/>
  <p:tag name="TABLE_ENDDRAG_RECT" val="142*295*171*84"/>
</p:tagLst>
</file>

<file path=ppt/tags/tag4.xml><?xml version="1.0" encoding="utf-8"?>
<p:tagLst xmlns:p="http://schemas.openxmlformats.org/presentationml/2006/main">
  <p:tag name="KSO_WM_UNIT_TABLE_BEAUTIFY" val="smartTable{0cf211ae-908d-4c3a-9d32-a88b2d61a9e5}"/>
  <p:tag name="TABLE_ENDDRAG_ORIGIN_RECT" val="171*84"/>
  <p:tag name="TABLE_ENDDRAG_RECT" val="142*295*171*84"/>
</p:tagLst>
</file>

<file path=ppt/tags/tag5.xml><?xml version="1.0" encoding="utf-8"?>
<p:tagLst xmlns:p="http://schemas.openxmlformats.org/presentationml/2006/main">
  <p:tag name="KSO_WM_UNIT_TABLE_BEAUTIFY" val="smartTable{fe1271cf-e481-4337-b4ee-2ed1815dbb9c}"/>
  <p:tag name="TABLE_ENDDRAG_ORIGIN_RECT" val="235*86"/>
  <p:tag name="TABLE_ENDDRAG_RECT" val="666*399*235*86"/>
</p:tagLst>
</file>

<file path=ppt/tags/tag6.xml><?xml version="1.0" encoding="utf-8"?>
<p:tagLst xmlns:p="http://schemas.openxmlformats.org/presentationml/2006/main">
  <p:tag name="KSO_WM_UNIT_TABLE_BEAUTIFY" val="smartTable{6ac65188-5b1a-4c73-84d3-ab5ea686b5fe}"/>
  <p:tag name="TABLE_ENDDRAG_ORIGIN_RECT" val="235*86"/>
  <p:tag name="TABLE_ENDDRAG_RECT" val="666*399*235*86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363</Words>
  <Application>WPS 演示</Application>
  <PresentationFormat>宽屏</PresentationFormat>
  <Paragraphs>156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34" baseType="lpstr">
      <vt:lpstr>Arial</vt:lpstr>
      <vt:lpstr>宋体</vt:lpstr>
      <vt:lpstr>Wingdings</vt:lpstr>
      <vt:lpstr>Calibri</vt:lpstr>
      <vt:lpstr>微软雅黑</vt:lpstr>
      <vt:lpstr>Arial Unicode MS</vt:lpstr>
      <vt:lpstr>等线</vt:lpstr>
      <vt:lpstr>等线 Light</vt:lpstr>
      <vt:lpstr>黑体</vt:lpstr>
      <vt:lpstr>华文楷体</vt:lpstr>
      <vt:lpstr>华文隶书</vt:lpstr>
      <vt:lpstr>华文细黑</vt:lpstr>
      <vt:lpstr>华文新魏</vt:lpstr>
      <vt:lpstr>华文中宋</vt:lpstr>
      <vt:lpstr>华文行楷</vt:lpstr>
      <vt:lpstr>楷体</vt:lpstr>
      <vt:lpstr>Algerian</vt:lpstr>
      <vt:lpstr>Bahnschrift</vt:lpstr>
      <vt:lpstr>Bahnschrift SemiBold</vt:lpstr>
      <vt:lpstr>Baskerville Old Face</vt:lpstr>
      <vt:lpstr>幼圆</vt:lpstr>
      <vt:lpstr>新宋体</vt:lpstr>
      <vt:lpstr>微软雅黑 Light</vt:lpstr>
      <vt:lpstr>方正舒体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67</cp:revision>
  <dcterms:created xsi:type="dcterms:W3CDTF">2021-01-28T11:30:00Z</dcterms:created>
  <dcterms:modified xsi:type="dcterms:W3CDTF">2021-02-04T14:36:13Z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2052-11.1.0.10314</vt:lpwstr>
  </property>
</Properties>
</file>
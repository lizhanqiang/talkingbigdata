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流程图: 磁盘 3"/>
          <p:cNvSpPr/>
          <p:nvPr/>
        </p:nvSpPr>
        <p:spPr>
          <a:xfrm>
            <a:off x="8716010" y="833755"/>
            <a:ext cx="1152000" cy="1008000"/>
          </a:xfrm>
          <a:prstGeom prst="flowChartMagneticDisk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keystore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259830" y="833755"/>
            <a:ext cx="1516380" cy="1008000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KMS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3348355" y="2908300"/>
            <a:ext cx="1516380" cy="100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 cmpd="sng">
            <a:noFill/>
            <a:prstDash val="dash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NameNode</a:t>
            </a:r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3348355" y="833755"/>
            <a:ext cx="1516380" cy="1008000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Client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6259830" y="2908300"/>
            <a:ext cx="1516380" cy="100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 cmpd="sng">
            <a:noFill/>
            <a:prstDash val="dash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Data</a:t>
            </a:r>
            <a:r>
              <a:rPr lang="en-US" altLang="zh-CN"/>
              <a:t>Node</a:t>
            </a:r>
            <a:endParaRPr lang="en-US" altLang="zh-CN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3642995" y="1859915"/>
            <a:ext cx="0" cy="105981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 flipV="1">
            <a:off x="4541520" y="1859915"/>
            <a:ext cx="0" cy="104584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5" idx="3"/>
            <a:endCxn id="4" idx="2"/>
          </p:cNvCxnSpPr>
          <p:nvPr/>
        </p:nvCxnSpPr>
        <p:spPr>
          <a:xfrm>
            <a:off x="7776210" y="1337945"/>
            <a:ext cx="939800" cy="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 flipV="1">
            <a:off x="4849495" y="1045210"/>
            <a:ext cx="1431925" cy="1397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 flipH="1">
            <a:off x="4877435" y="1529715"/>
            <a:ext cx="1361440" cy="6985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endCxn id="12" idx="0"/>
          </p:cNvCxnSpPr>
          <p:nvPr/>
        </p:nvCxnSpPr>
        <p:spPr>
          <a:xfrm>
            <a:off x="4842510" y="1725930"/>
            <a:ext cx="2175510" cy="1182370"/>
          </a:xfrm>
          <a:prstGeom prst="straightConnector1">
            <a:avLst/>
          </a:prstGeom>
          <a:ln w="22225" cmpd="sng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3218180" y="2228850"/>
            <a:ext cx="80708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1.READ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137660" y="2228850"/>
            <a:ext cx="80708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2.EDEK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5274310" y="946785"/>
            <a:ext cx="582930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3.EDEK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274310" y="1427480"/>
            <a:ext cx="584200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rgbClr val="FF0000"/>
                </a:solidFill>
                <a:latin typeface="+mj-ea"/>
                <a:ea typeface="+mj-ea"/>
              </a:rPr>
              <a:t>4.DEK</a:t>
            </a:r>
            <a:endParaRPr lang="en-US" altLang="zh-CN" sz="90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5" name="矩形 24"/>
          <p:cNvSpPr/>
          <p:nvPr/>
        </p:nvSpPr>
        <p:spPr>
          <a:xfrm rot="1740000">
            <a:off x="5483860" y="2182495"/>
            <a:ext cx="772795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rgbClr val="FF0000"/>
                </a:solidFill>
                <a:latin typeface="+mj-ea"/>
                <a:ea typeface="+mj-ea"/>
              </a:rPr>
              <a:t>5.decrypt</a:t>
            </a:r>
            <a:endParaRPr lang="en-US" altLang="zh-CN" sz="100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</Words>
  <Application>WPS 演示</Application>
  <PresentationFormat>宽屏</PresentationFormat>
  <Paragraphs>20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Arial Unicode MS</vt:lpstr>
      <vt:lpstr>Calibri</vt:lpstr>
      <vt:lpstr>微软雅黑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20</cp:revision>
  <dcterms:created xsi:type="dcterms:W3CDTF">2021-01-28T11:30:00Z</dcterms:created>
  <dcterms:modified xsi:type="dcterms:W3CDTF">2021-01-28T13:40:00Z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2052-11.1.0.10314</vt:lpwstr>
  </property>
</Properties>
</file>